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建议用时：18 秒</a:t>
            </a:r>
          </a:p>
          <a:p/>
          <a:p>
            <a:r>
              <a:t>我们做的是 StoryBridge，面向短剧编剧和出海制作团队的跨文化故事改编智能体。核心价值是：选择改编方案，追踪连带改动，检查并修复，让完整剧本的改编过程可审、可改、可交接。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建议用时：22 秒</a:t>
            </a:r>
          </a:p>
          <a:p/>
          <a:p>
            <a:r>
              <a:t>短剧出海有三个难点。第一，原来的制度和人物动机，换个文化背景还成立吗？第二，前面一改，后面哪些戏要跟着动？第三，全文看起来很顺，人物、数字和伏笔却可能对不上。StoryBridge 围绕这三个问题设计流程。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建议用时：30 秒</a:t>
            </a:r>
          </a:p>
          <a:p/>
          <a:p>
            <a:r>
              <a:t>接下来沿这个案例看产品怎么工作。沈曼借谁的笔，就和笔的原主人交换成绩。女主重生回到考试前，递给她朋友周雨的笔。结果女主仍是六百六十九，沈曼变成三百三十，周雨变成四百八十七。任务是换成美国背景和英语稿，同时保留这组结果。先看 StoryBridge 怎么理解并处理这个故事。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建议用时：24 秒</a:t>
            </a:r>
          </a:p>
          <a:p/>
          <a:p>
            <a:r>
              <a:t>系统先把这个故事拆成有编号的档案。高考是 CM01，沈曼借到周雨的笔是事件 E09，周雨查到四百八十七是 E11，各自对应具体场景。再为高考提供三类改法。这次选择重构为虚构的学术能力认证体系。接下来，从高考这个节点追踪影响。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建议用时：24 秒</a:t>
            </a:r>
          </a:p>
          <a:p/>
          <a:p>
            <a:r>
              <a:t>这是真实依赖图的节选。高考设定推动借笔事件，借笔发生在第五场，又导致周雨分数变化，结果出现在第六场。每条边记录关系类型和原文依据。系统沿边追踪，本次从高考节点返回第一到第六场，并给出每场的原因路径。这就把改动范围变成了可检查的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建议用时：27 秒</a:t>
            </a:r>
          </a:p>
          <a:p/>
          <a:p>
            <a:r>
              <a:t>找到场景后，改写器拿到借笔原文、新教育背景、相邻场摘要、人物资料，以及必须保留的换错人反转。改完，代码检查是否还残留高考旧称谓，模型结合全篇核对人物、分数和因果。发现的问题绑定场景编号，继续修复和复核。下面从改编完整性、结果正确性和依赖追踪三个方面，看这套流程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建议用时：24 秒</a:t>
            </a:r>
          </a:p>
          <a:p/>
          <a:p>
            <a:r>
              <a:t>把测试观察和流程对照放在一起，Baseline 暴露出三类短板。改不全：后续测试反馈中，要求换掉的核心系统仍然保留。改错：本次成稿把沈曼的结果写成别人的分数。再看流程，它没有独立的依赖追踪和影响清单，连带漏改需要编剧自行排查。全文写出来，不等于改编做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建议用时：32 秒</a:t>
            </a:r>
          </a:p>
          <a:p/>
          <a:p>
            <a:r>
              <a:t>StoryBridge 的价值，是把刚才三类风险变成编剧能检查的东西。核心改什么，有文化节点和选定方案，这次就是学术认证和数据换分模块。牵动哪里，有依赖图、场景清单和原文依据。出了问题，有检查报告和按场修复记录，这次包括庭审场景。这些都是实际产物。Baseline 交出成稿以后，方案有没有落实、后文有没有漏改，还得编剧自己追；我们的工作台把这些依据一起交出来。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建议用时：25 秒</a:t>
            </a:r>
          </a:p>
          <a:p/>
          <a:p>
            <a:r>
              <a:t>回到项目价值。同一个模型，Baseline 拿完整材料一次写完就交，改没改全、哪些场景受影响，没有单独的工作步骤和记录。StoryBridge 把故事状态、依赖图、逐场改写、检查修复接成流程。刚才沿着借笔和查分看到的，就是这条处理链怎样运作，以及最终输出在哪一处做得更好。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建议用时：30 秒</a:t>
            </a:r>
          </a:p>
          <a:p/>
          <a:p>
            <a:r>
              <a:t>这十八秒展示的是实际工作台。看三个动作：选择方案、查看影响、对照改稿。方法已经落成可以操作的产品。【播放十八秒。】编剧能沿着方案和关联场景，找到要核对的具体文字。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建议用时：28 秒</a:t>
            </a:r>
          </a:p>
          <a:p/>
          <a:p>
            <a:r>
              <a:t>最终交给编剧的有三部分。第一，按场景组织的目标语言稿和改前改后对照。第二，改编方案与影响范围，能解释为什么这么改。第三，检查结果、版本和修改记录，方便继续审稿和修稿。从选方案到交接成果，StoryBridge 提供的是完整工作台。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建议用时：16 秒</a:t>
            </a:r>
          </a:p>
          <a:p/>
          <a:p>
            <a:r>
              <a:t>StoryBridge 把文化改编、影响追踪和检查修复接成一个产品。核心改法有对象，连带场景有路径，后续修稿有依据。让改编有依据，让剧情接得上。谢谢大家。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建议用时：0 秒</a:t>
            </a:r>
          </a:p>
          <a:p/>
          <a:p>
            <a:r>
              <a:t>这两段是冻结输出原句，用于支持主讲第七页“改错”一栏。改编要求为沈曼换后 330、周雨换后 487。主讲第一栏“核心系统未改掉”来自用户补充的后续测试反馈，未定位原始记录；第三栏是一次生成流程缺少依赖追踪带来的风险。三栏并非同一次输出的三项实测缺陷。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建议用时：0 秒</a:t>
            </a:r>
          </a:p>
          <a:p/>
          <a:p>
            <a:r>
              <a:t>历史模型为 deepseek-v4-flash，调用预算不同。第 5 页四条边均来自 base_state.json：CM01 motivates E09、E09 causes E11、E09 appears_in S05、E11 appears_in S06。图实现为 NetworkX MultiDiGraph，保留边类型、原文依据和置信度；传播按关系确定方向，累计路径置信度，返回场景、影响类别和原因路径。所画路径是实际图中的一条路径；传播器给第六场返回的最佳原因路径为 CM01→E10→S06，并非声称所有路径都画在页上。CM01 返回 S01—S06，CM10 没有下游场景，后续检查修复继续处理包括 S09—S11 的场景，不能把庭审的修复声称为图直接命中。本例两轮回修。当前修复器支持先生成全篇事实基准再逐场修复，此项为当前代码能力，不声称历史试验已经使用了该新增能力。内部审阅尚有待确认项，本次仅编辑展示材料，原始结果未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建议用时：0 秒</a:t>
            </a:r>
          </a:p>
          <a:p/>
          <a:p>
            <a:r>
              <a:t>截图来自原有产品录像。指出法庭文字里的 You saw 330，与前面查分场景一致。讲完回到第十二页结束。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.png"/><Relationship Id="rId2" Type="http://schemas.microsoft.com/office/2007/relationships/media" Target="../media/media1.mp4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video" Target="../media/media1.mp4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C39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跨文化故事改编智能体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FC3C9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面向短剧编剧与出海制作团队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FC3C9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3268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E8C78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69848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换个文化背景，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剧情依然要接得上。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22452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E8C78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选择改编方案  ·  追踪连带改动  ·  检查并修复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1206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D3DFE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把完整剧本，变成可审、可改、可交接的出海项目。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项目解决的问题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短剧出海，难在换了背景之后怎么办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· 短剧出海改编助手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文化理解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79192"/>
            <a:ext cx="300837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观众能看懂吗？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85032"/>
            <a:ext cx="3008376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考试、家庭、身份，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换到另一种文化里，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冲突还成立吗？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64B3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前后关联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79192"/>
            <a:ext cx="300837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后文跟着改了吗？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685032"/>
            <a:ext cx="3008376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前面改了一个设定，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后面的动机、证据、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结局也可能要变。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1031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成稿审查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679192"/>
            <a:ext cx="300837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改完怎么核对？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685032"/>
            <a:ext cx="3008376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名字、数字、伏笔，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分散在不同场景里。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读着顺，也可能错。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我们的目标：让文化改编有方案，让连带变化有检查。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案例起点 · 先看懂人物和换分结果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用这个案例，看 StoryBridge 怎样改编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改编任务：完整十二场短剧 → 美国背景、英语稿；保留分数反转。故事设定为虚构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65376"/>
            <a:ext cx="4828032" cy="35753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093976"/>
            <a:ext cx="4370832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64B3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290" y="2430145"/>
            <a:ext cx="4370705" cy="15246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沈曼</a:t>
            </a:r>
            <a:r>
              <a:rPr lang="zh-CN"/>
              <a:t>绑定了换分系统，</a:t>
            </a:r>
            <a:endParaRPr lang="zh-CN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借谁的笔，就和笔的原主人交换成绩。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986784"/>
            <a:ext cx="437083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女主重生回到考试前，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用朋友周雨的笔设局。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沈曼因此换错了人。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024" y="1947672"/>
            <a:ext cx="2240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人物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947672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原本 → 出分后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51576" y="2587752"/>
            <a:ext cx="5742432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7024" y="2798064"/>
            <a:ext cx="27340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林知夏 · 女主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70632"/>
            <a:ext cx="2587752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669 → 669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51576" y="3520440"/>
            <a:ext cx="5742432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7024" y="3730752"/>
            <a:ext cx="27340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64B3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沈曼 · 偷分者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703320"/>
            <a:ext cx="2587752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C64B3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487 → 330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51576" y="4453128"/>
            <a:ext cx="5742432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07024" y="4663440"/>
            <a:ext cx="27340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周雨 · 女主的朋友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636008"/>
            <a:ext cx="2587752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330 → 487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要保留的反转：她想偷女主的机会，却因借错笔害了自己。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案例中的方法 1 · 故事状态 = 可追踪的故事档案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把这个故事拆成 Story State，再选改法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· 短剧出海改编助手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47088"/>
            <a:ext cx="4892040" cy="3621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45312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本案例的故事状态（节选）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4453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文化设定 · CM01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4453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高考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30168"/>
            <a:ext cx="4453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事件 E09 / 场景 S05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14216"/>
            <a:ext cx="4453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沈曼借到周雨的笔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9704"/>
            <a:ext cx="4453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事件 E11 / 场景 S06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73752"/>
            <a:ext cx="4453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周雨查到 487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87568" y="3639312"/>
            <a:ext cx="502920" cy="0"/>
          </a:xfrm>
          <a:prstGeom prst="line">
            <a:avLst/>
          </a:prstGeom>
          <a:ln w="25400">
            <a:solidFill>
              <a:srgbClr val="B794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55664" y="2029968"/>
            <a:ext cx="4745736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选择“高考”的改编方案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3368" y="2788920"/>
            <a:ext cx="5111496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962656"/>
            <a:ext cx="3931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907791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保留解释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3227832"/>
            <a:ext cx="41148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保留设定，补足理解背景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3675887"/>
            <a:ext cx="5111496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849624"/>
            <a:ext cx="3931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3794759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功能替换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4114800"/>
            <a:ext cx="41148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换一种设定，保留剧情作用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73368" y="4562856"/>
            <a:ext cx="5111496" cy="731520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 w="8890">
            <a:solidFill>
              <a:srgbClr val="26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736592"/>
            <a:ext cx="3931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4681728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情节重构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5001768"/>
            <a:ext cx="41148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重新设计相关情节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本次选 C：高考 → 虚构的学术能力认证体系；接着追踪哪些场景要改。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案例中的方法 2 · 从高考节点追踪借笔与查分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Dependency Graph：这次改动会牵动哪几场？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真实依赖图节选 · CM 为文化设定，E 为事件，S 为场景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83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例如：换掉“高考”背景，为什么借笔和查分都需要检查？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15768"/>
            <a:ext cx="23774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26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843784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改动起点 · CM01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182112"/>
            <a:ext cx="20482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高考背景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87368" y="2715768"/>
            <a:ext cx="28346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B79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2843784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事件 · E09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3182112"/>
            <a:ext cx="25054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再次借笔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715768"/>
            <a:ext cx="285292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26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284378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场景 · S05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3182112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第 5 场：借笔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7368" y="4507992"/>
            <a:ext cx="28346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B79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4636007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事件 · E11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4974336"/>
            <a:ext cx="25054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周雨查到 487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4507992"/>
            <a:ext cx="285292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26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952" y="4636007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场景 · S06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4974336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第 6 场：查分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7248" y="3209544"/>
            <a:ext cx="877824" cy="0"/>
          </a:xfrm>
          <a:prstGeom prst="line">
            <a:avLst/>
          </a:prstGeom>
          <a:ln w="25400">
            <a:solidFill>
              <a:srgbClr val="2678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54680" y="2752344"/>
            <a:ext cx="8138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推动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95160" y="3209544"/>
            <a:ext cx="1508760" cy="0"/>
          </a:xfrm>
          <a:prstGeom prst="line">
            <a:avLst/>
          </a:prstGeom>
          <a:ln w="25400">
            <a:solidFill>
              <a:srgbClr val="2678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22592" y="2752344"/>
            <a:ext cx="142646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发生于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95160" y="5001768"/>
            <a:ext cx="1508760" cy="0"/>
          </a:xfrm>
          <a:prstGeom prst="line">
            <a:avLst/>
          </a:prstGeom>
          <a:ln w="25400">
            <a:solidFill>
              <a:srgbClr val="2678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22592" y="4544568"/>
            <a:ext cx="142646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发生于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504688" y="3749039"/>
            <a:ext cx="0" cy="676657"/>
          </a:xfrm>
          <a:prstGeom prst="line">
            <a:avLst/>
          </a:prstGeom>
          <a:ln w="25400">
            <a:solidFill>
              <a:srgbClr val="B794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78424" y="3931920"/>
            <a:ext cx="2670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导致分数变化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334256"/>
            <a:ext cx="3054096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每条边记录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关系类型＋原文依据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本次 CM01 实际返回第 1—6 场；每场附影响路径、原文依据和置信度。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案例中的方法 3 · 改写输入 → 全篇检查 → 按场修复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找到借笔和查分场景后，带着约束逐场改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· 短剧出海改编助手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2075688"/>
            <a:ext cx="341985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输入改写器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07792"/>
            <a:ext cx="301752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原场景＋改编约束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68496"/>
            <a:ext cx="3017520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借笔原文＋新教育背景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相邻场摘要＋人物资料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保留换错人的分数反转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75688"/>
            <a:ext cx="341985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3317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检查改稿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907792"/>
            <a:ext cx="301752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规则＋模型审稿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968496"/>
            <a:ext cx="3017520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检查高考旧称谓是否残留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核对人物、分数与因果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输出问题与场景编号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075688"/>
            <a:ext cx="341985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3317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回到问题场景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907792"/>
            <a:ext cx="301752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定点修复，再次检查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968496"/>
            <a:ext cx="3017520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按场景编号定位问题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生成修复计划并改写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复核结果交给编剧确认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42232" y="3611880"/>
            <a:ext cx="182880" cy="0"/>
          </a:xfrm>
          <a:prstGeom prst="line">
            <a:avLst/>
          </a:prstGeom>
          <a:ln w="25400">
            <a:solidFill>
              <a:srgbClr val="B794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36408" y="3611880"/>
            <a:ext cx="182880" cy="0"/>
          </a:xfrm>
          <a:prstGeom prst="line">
            <a:avLst/>
          </a:prstGeom>
          <a:ln w="25400">
            <a:solidFill>
              <a:srgbClr val="B794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依赖图负责定位；检查器结合全篇内容，继续核对事实和因果。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综合对照 · 看核心改编是否真正落实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Baseline 的短板：改不全、改错、缺少依赖追踪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核心机制未替换：后续测试反馈；数字错误：本次输出；依赖追踪：流程对照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64B3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改不全 · 后续测试反馈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79192"/>
            <a:ext cx="300837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核心系统没改掉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85032"/>
            <a:ext cx="3008376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要求替换换分系统，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输出仍保留旧机制。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核心要求没落实。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64B3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改错 · 本次实际输出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79192"/>
            <a:ext cx="300837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人物结果写串了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685032"/>
            <a:ext cx="3008376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沈曼换后应为 330，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庭审却写成 487。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台词顺，事实对不上。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1031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漏依赖风险 · 流程短板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679192"/>
            <a:ext cx="300837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连带改动缺少追踪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685032"/>
            <a:ext cx="3008376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一次生成就结束，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没有独立的影响清单，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漏改需要编剧自行排查。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64B3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全文写出来了，核心有没有改、后文有没有跟上，仍然要靠人追问。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项目优势 · 方案有对象，改动有路径，问题能回修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把三类风险，变成可检查的交付项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· 短剧出海改编助手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74519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编剧关心什么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8" y="1874519"/>
            <a:ext cx="3712463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提供什么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874519"/>
            <a:ext cx="33558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本案例的实际产物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496312"/>
            <a:ext cx="10799064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715768"/>
            <a:ext cx="257860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核心改了什么？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715768"/>
            <a:ext cx="4050791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文化节点＋选定改编方案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15184"/>
            <a:ext cx="34290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高考 → 学术认证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换分 → 数据模块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" y="3447288"/>
            <a:ext cx="10799064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666744"/>
            <a:ext cx="257860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哪些后文要跟着改？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666744"/>
            <a:ext cx="4050791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依赖图＋场景清单＋原因路径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566160"/>
            <a:ext cx="34290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高考节点 → 第 1—6 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每场附原文依据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" y="4398264"/>
            <a:ext cx="10799064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617720"/>
            <a:ext cx="257860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发现问题怎么继续？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4617720"/>
            <a:ext cx="4050791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检查报告＋按场修复记录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517136"/>
            <a:ext cx="34290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本例有 2 轮修复记录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包含庭审场景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Baseline 交出成稿；StoryBridge 还交出改编依据、影响路径和修复记录。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方法差异 · 本次对照采用同一模型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Baseline 写完就交；我们把审稿接进流程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· 短剧出海改编助手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773936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Baseline = 同一模型拿完整材料，一次生成全文。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2523744"/>
            <a:ext cx="10744200" cy="1005840"/>
          </a:xfrm>
          <a:prstGeom prst="roundRect">
            <a:avLst>
              <a:gd name="adj" fmla="val 5000"/>
            </a:avLst>
          </a:prstGeom>
          <a:solidFill>
            <a:srgbClr val="F6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816352"/>
            <a:ext cx="190195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64B3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816352"/>
            <a:ext cx="8101583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完整输入  →  一次写全文  →  直接交付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675887"/>
            <a:ext cx="81198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64B3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没有后续检查，写错的内容也会一起交出去。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4526280"/>
            <a:ext cx="10744200" cy="877824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782312"/>
            <a:ext cx="2075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4782312"/>
            <a:ext cx="8101583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故事状态 → 依赖图 → 逐场改写 → 检查修复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“生成结束”不能当成“改编完成”。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18 秒真实产品演示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把方法做进工作台：选、查、改都能操作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操作演示 · 已省略生成等待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10 / 12</a:t>
            </a:r>
          </a:p>
        </p:txBody>
      </p:sp>
      <p:pic>
        <p:nvPicPr>
          <p:cNvPr id="7" name="StoryBridge_18秒操作演示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76656" y="1737360"/>
            <a:ext cx="8211312" cy="4618863"/>
          </a:xfrm>
          <a:prstGeom prst="rect">
            <a:avLst/>
          </a:prstGeom>
        </p:spPr>
      </p:pic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9208008" y="2039112"/>
            <a:ext cx="5303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9811512" y="2039112"/>
            <a:ext cx="1874519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选方案</a:t>
            </a: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9208008" y="2660904"/>
            <a:ext cx="247802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决定怎么改</a:t>
            </a: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9208008" y="3465576"/>
            <a:ext cx="5303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9811512" y="3465576"/>
            <a:ext cx="1874519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看影响</a:t>
            </a: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9208008" y="4087368"/>
            <a:ext cx="247802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找到关联场景</a:t>
            </a:r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9208008" y="4892040"/>
            <a:ext cx="5303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79456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9811512" y="4892040"/>
            <a:ext cx="1874519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审改稿</a:t>
            </a: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9208008" y="5513831"/>
            <a:ext cx="247802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核对前后文字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项目交付价值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交给编剧的，是一套能继续工作的改编成果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· 短剧出海改编助手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可阅读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79192"/>
            <a:ext cx="300837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目标语言剧本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85032"/>
            <a:ext cx="3008376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按场景组织成稿，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保留原文与改稿对照，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方便逐场审阅。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可解释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79192"/>
            <a:ext cx="300837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改编依据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685032"/>
            <a:ext cx="3008376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选了哪种方案，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影响了哪些场景，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都能回头查。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1031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可继续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679192"/>
            <a:ext cx="300837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检查与修改记录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685032"/>
            <a:ext cx="3008376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问题落到具体场景，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保留版本和修改记录，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方便继续审稿、修稿。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一次生成交出一份文本；StoryBridge 提供继续审、继续改的工作台。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C39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主讲结束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FC3C9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跨文化故事改编智能体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FC3C9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88136"/>
            <a:ext cx="107716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C78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95728"/>
            <a:ext cx="10771632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让改编有依据，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让剧情接得上。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25112"/>
            <a:ext cx="1077163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D3DFE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选方案  →  追踪影响  →  检查修复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385816"/>
            <a:ext cx="1077163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C78F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谢谢大家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引用核对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备答：两份稿的英语原句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第 10 场 · 庭审台词原文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备答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920240"/>
            <a:ext cx="521208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185416"/>
            <a:ext cx="47548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· 第 10 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953512"/>
            <a:ext cx="4754880" cy="209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You saw 330. Your first reaction was to call Lin Zhixia — not to file a data audit with the Alliance. Why?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920240"/>
            <a:ext cx="521208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185416"/>
            <a:ext cx="47548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64B3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一次全文改编 · 第 10 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953512"/>
            <a:ext cx="4754880" cy="209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When you saw your score was 487, why did you call Lydia Chen instead of filing an audit request?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核对依据：两份稿的第 6 场都写沈曼 330；第 10 场也应对应这个数字。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案例说明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备答：比较方法与审稿范围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完整记录随交付包提供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备答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865376"/>
            <a:ext cx="1078992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8483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相同输入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2084832"/>
            <a:ext cx="8266175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同一模型、完整十二场剧本、相同约束和选定改编方案。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816352"/>
            <a:ext cx="1078992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0358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不同流程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3035808"/>
            <a:ext cx="8266175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一次全文生成，与多阶段改写、检查、修复比较；预算不同。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" y="3767328"/>
            <a:ext cx="1078992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986784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关系图缺口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986784"/>
            <a:ext cx="8266175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初始关系图未找出换分模块的后续场景；后续仍需检查。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" y="4718304"/>
            <a:ext cx="1078992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9377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结论范围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4937760"/>
            <a:ext cx="8266175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只核对这个案例；内部检查未全部通过，也没有统计胜率。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StoryBridge   ·   真实产品截图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视频备用：这里引用的是沈曼的 330 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视频播放失败时跳到本页，结束后回到第 12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备答 3</a:t>
            </a:r>
          </a:p>
        </p:txBody>
      </p:sp>
      <p:pic>
        <p:nvPicPr>
          <p:cNvPr id="7" name="Picture 6" descr="system_s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703" y="1773936"/>
            <a:ext cx="7282688" cy="409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法庭原句：You saw 330.（你看到的是 330 分。）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04.55992125984255,&quot;left&quot;:725.04,&quot;top&quot;:160.56,&quot;width&quot;:195.12000000000006}"/>
</p:tagLst>
</file>

<file path=ppt/tags/tag2.xml><?xml version="1.0" encoding="utf-8"?>
<p:tagLst xmlns:p="http://schemas.openxmlformats.org/presentationml/2006/main">
  <p:tag name="KSO_WM_DIAGRAM_VIRTUALLY_FRAME" val="{&quot;height&quot;:304.55992125984255,&quot;left&quot;:725.04,&quot;top&quot;:160.56,&quot;width&quot;:195.12000000000006}"/>
</p:tagLst>
</file>

<file path=ppt/tags/tag3.xml><?xml version="1.0" encoding="utf-8"?>
<p:tagLst xmlns:p="http://schemas.openxmlformats.org/presentationml/2006/main">
  <p:tag name="KSO_WM_DIAGRAM_VIRTUALLY_FRAME" val="{&quot;height&quot;:304.55992125984255,&quot;left&quot;:725.04,&quot;top&quot;:160.56,&quot;width&quot;:195.12000000000006}"/>
</p:tagLst>
</file>

<file path=ppt/tags/tag4.xml><?xml version="1.0" encoding="utf-8"?>
<p:tagLst xmlns:p="http://schemas.openxmlformats.org/presentationml/2006/main">
  <p:tag name="KSO_WM_DIAGRAM_VIRTUALLY_FRAME" val="{&quot;height&quot;:304.55992125984255,&quot;left&quot;:725.04,&quot;top&quot;:160.56,&quot;width&quot;:195.12000000000006}"/>
</p:tagLst>
</file>

<file path=ppt/tags/tag5.xml><?xml version="1.0" encoding="utf-8"?>
<p:tagLst xmlns:p="http://schemas.openxmlformats.org/presentationml/2006/main">
  <p:tag name="KSO_WM_DIAGRAM_VIRTUALLY_FRAME" val="{&quot;height&quot;:304.55992125984255,&quot;left&quot;:725.04,&quot;top&quot;:160.56,&quot;width&quot;:195.12000000000006}"/>
</p:tagLst>
</file>

<file path=ppt/tags/tag6.xml><?xml version="1.0" encoding="utf-8"?>
<p:tagLst xmlns:p="http://schemas.openxmlformats.org/presentationml/2006/main">
  <p:tag name="KSO_WM_DIAGRAM_VIRTUALLY_FRAME" val="{&quot;height&quot;:304.55992125984255,&quot;left&quot;:725.04,&quot;top&quot;:160.56,&quot;width&quot;:195.12000000000006}"/>
</p:tagLst>
</file>

<file path=ppt/tags/tag7.xml><?xml version="1.0" encoding="utf-8"?>
<p:tagLst xmlns:p="http://schemas.openxmlformats.org/presentationml/2006/main">
  <p:tag name="KSO_WM_DIAGRAM_VIRTUALLY_FRAME" val="{&quot;height&quot;:304.55992125984255,&quot;left&quot;:725.04,&quot;top&quot;:160.56,&quot;width&quot;:195.12000000000006}"/>
</p:tagLst>
</file>

<file path=ppt/tags/tag8.xml><?xml version="1.0" encoding="utf-8"?>
<p:tagLst xmlns:p="http://schemas.openxmlformats.org/presentationml/2006/main">
  <p:tag name="KSO_WM_DIAGRAM_VIRTUALLY_FRAME" val="{&quot;height&quot;:304.55992125984255,&quot;left&quot;:725.04,&quot;top&quot;:160.56,&quot;width&quot;:195.12000000000006}"/>
</p:tagLst>
</file>

<file path=ppt/tags/tag9.xml><?xml version="1.0" encoding="utf-8"?>
<p:tagLst xmlns:p="http://schemas.openxmlformats.org/presentationml/2006/main">
  <p:tag name="KSO_WM_DIAGRAM_VIRTUALLY_FRAME" val="{&quot;height&quot;:304.55992125984255,&quot;left&quot;:725.04,&quot;top&quot;:160.56,&quot;width&quot;:195.1200000000000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3139</Words>
  <Application>WPS 演示</Application>
  <PresentationFormat>On-screen Show (4:3)</PresentationFormat>
  <Paragraphs>425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WPS_1648025536</cp:lastModifiedBy>
  <cp:revision>2</cp:revision>
  <dcterms:created xsi:type="dcterms:W3CDTF">2013-01-27T09:14:00Z</dcterms:created>
  <dcterms:modified xsi:type="dcterms:W3CDTF">2026-09-17T03:44:47Z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0E75E420DD32479D86B1E96E4242FC7D_12</vt:lpwstr>
  </property>
</Properties>
</file>