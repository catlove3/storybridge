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建议用时：18 秒</a:t>
            </a:r>
          </a:p>
          <a:p/>
          <a:p>
            <a:r>
              <a:t>我们做的是 StoryBridge，面向短剧编剧和出海制作团队的跨文化故事改编智能体。核心价值是：选择改编方案，追踪连带改动，检查并修复，让完整剧本的改编过程可审、可改、可交接。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建议用时：22 秒</a:t>
            </a:r>
          </a:p>
          <a:p/>
          <a:p>
            <a:r>
              <a:t>短剧出海有三个难点。第一，原来的制度和人物动机，换个文化背景还成立吗？第二，前面一改，后面哪些戏要跟着动？第三，全文看起来很顺，人物、数字和伏笔却可能对不上。StoryBridge 围绕这三个问题设计流程。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建议用时：30 秒</a:t>
            </a:r>
          </a:p>
          <a:p/>
          <a:p>
            <a:r>
              <a:t>接下来沿这个案例看产品怎么工作。沈曼借谁的笔，就和笔的原主人交换成绩。女主重生回到考试前，递给她朋友周雨的笔。结果女主仍是六百六十九，沈曼变成三百三十，周雨变成四百八十七。任务是换成美国背景和英语稿，同时保留这组结果。先看 StoryBridge 怎么理解并处理这个故事。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建议用时：18 秒</a:t>
            </a:r>
          </a:p>
          <a:p/>
          <a:p>
            <a:r>
              <a:t>模型没有直接把一篇全文丢给改写器。系统先保存结构化 Story State。图中是真实结果的节选：人物、核心规则、关键场景链、文化机制和叙事承诺都有稳定 ID；完整状态还保存一百二十三条依赖关系。后续每一步都引用这些对象。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建议用时：19 秒</a:t>
            </a:r>
          </a:p>
          <a:p/>
          <a:p>
            <a:r>
              <a:t>这里把高考识别为高摩擦、高重要度的 CM01，并保留原文词、关联场景和叙事功能。右边是真实生成的 A、B、C 三种方案；本次选择 B，把高考替换为 SAT、ACT 与美国大学申请体系，同时记录为什么选、需要保留哪些剧情功能。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建议用时：20 秒</a:t>
            </a:r>
          </a:p>
          <a:p/>
          <a:p>
            <a:r>
              <a:t>选择方案后，代码从 CM01 沿依赖边传播。本次真实返回七个场景：第一、第二、第四到第八场。左边保存每条路径，右边列出场景、影响类型和原文依据。它不仅说需要改，还能回答为什么这个场景被列入。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建议用时：18 秒</a:t>
            </a:r>
          </a:p>
          <a:p/>
          <a:p>
            <a:r>
              <a:t>改写后再检查全篇。这份最新报告检查十二个场景和七项叙事承诺，没有阻塞错误，保留一项需要人工确认的旧依赖边。右边是最后五轮真实修复记录：每轮改了哪些场景、为什么改，都进入版本历史，而不是被下一次生成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建议用时：24 秒</a:t>
            </a:r>
          </a:p>
          <a:p/>
          <a:p>
            <a:r>
              <a:t>回看早期测试和流程对照，Baseline 暴露出三类短板。改不全：后续测试反馈中，要求换掉的核心系统仍然保留。改错：早期冻结成稿把沈曼的结果写成别人的分数。再看流程，它没有独立的依赖追踪和影响清单，连带漏改需要编剧自行排查。全文写出来，不等于改编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建议用时：32 秒</a:t>
            </a:r>
          </a:p>
          <a:p/>
          <a:p>
            <a:r>
              <a:t>StoryBridge 的价值，是把刚才三类风险变成编剧能检查的东西。核心改什么，有文化节点和选定方案，这次把高考换成 SAT、ACT 与大学申请体系。牵动哪里，有依赖图、七个场景和逐条原文依据。出了问题，有检查报告和按场修复记录；最新结果检查十二个场景和七项承诺，错误为零，并保留一项待人工确认。Baseline 交出成稿以后，这些仍要编剧自己追；我们的工作台把依据一起交出来。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建议用时：25 秒</a:t>
            </a:r>
          </a:p>
          <a:p/>
          <a:p>
            <a:r>
              <a:t>回到项目价值。同一个模型，Baseline 拿完整材料一次写完就交，改没改全、哪些场景受影响，没有单独的工作步骤和记录。StoryBridge 把故事状态、依赖图、逐场改写、检查修复接成流程。刚才沿着借笔和查分看到的，就是这条处理链怎样运作，以及最终输出在哪一处做得更好。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建议用时：30 秒</a:t>
            </a:r>
          </a:p>
          <a:p/>
          <a:p>
            <a:r>
              <a:t>这十八秒展示的是实际工作台。看三个动作：选择方案、查看影响、对照改稿。方法已经落成可以操作的产品。【播放十八秒。】编剧能沿着方案和关联场景，找到要核对的具体文字。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建议用时：28 秒</a:t>
            </a:r>
          </a:p>
          <a:p/>
          <a:p>
            <a:r>
              <a:t>最终交给编剧的有三部分。第一，按场景组织的目标语言稿和改前改后对照。第二，改编方案与影响范围，能解释为什么这么改。第三，检查结果、版本和修改记录，方便继续审稿和修稿。从选方案到交接成果，StoryBridge 提供的是完整工作台。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建议用时：16 秒</a:t>
            </a:r>
          </a:p>
          <a:p/>
          <a:p>
            <a:r>
              <a:t>StoryBridge 把文化改编、影响追踪和检查修复接成一个产品。核心改法有对象，连带场景有路径，后续修稿有依据。让改编有依据，让剧情接得上。谢谢大家。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/>
          <a:p>
            <a:r>
              <a:t>这两段是早期冻结输出原句，用于支持主讲第八页“改错”一栏。改编要求为沈曼换后 330、周雨换后 487。主讲第一栏“核心系统未改掉”来自用户补充的后续测试反馈，未定位原始记录；第三栏是一次生成流程缺少依赖追踪带来的风险。三栏并非同一次输出的三项实测缺陷，也不要与第 4—7 页的近期真实项目混为同一轮运行。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/>
          <a:p>
            <a:r>
              <a:t>早期对照模型为 deepseek-v4-flash，调用预算不同。第 4—7 页使用近期完成项目的真实保存结果，并明确标注为内部证据排版、非访客 UI。第 6 页从 method_evidence.json 逐条读取原因路径：CM01 返回 S01、S02、S04—S08 共七个场景，每项包含影响类型和原文证据。第 7 页读取同项目的 verification_reports 与 revisions：十二个场景和七项承诺均已检查，阻塞错误为零，仍有一项旧因果依赖边需要人工确认；右侧仅展示最后五轮修复记录。第 8 页的早期 Baseline 问题来自另一组冻结材料，不能声称与近期项目是同一轮输出。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/>
          <a:p>
            <a:r>
              <a:t>截图来自原有产品录像。指出法庭文字里的 You saw 330，与前面查分场景一致。讲完回到第十三页结束。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5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9C39C"/>
                </a:solidFill>
                <a:latin typeface="Microsoft YaHei"/>
                <a:ea typeface="Microsoft YaHei"/>
              </a:defRPr>
            </a:pPr>
            <a:r>
              <a:t>StoryBridge   ·   跨文化故事改编智能体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Microsoft YaHei"/>
                <a:ea typeface="Microsoft YaHei"/>
              </a:defRPr>
            </a:pPr>
            <a:r>
              <a:t>面向短剧编剧与出海制作团队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Microsoft YaHei"/>
                <a:ea typeface="Microsoft YaHei"/>
              </a:defRPr>
            </a:pPr>
            <a:r>
              <a:t>01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326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E8C78F"/>
                </a:solidFill>
                <a:latin typeface="Microsoft YaHei"/>
                <a:ea typeface="Microsoft YaHei"/>
              </a:defRPr>
            </a:pPr>
            <a:r>
              <a:t>StoryBridge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98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t>换个文化背景，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t>剧情依然要接得上。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22452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E8C78F"/>
                </a:solidFill>
                <a:latin typeface="Microsoft YaHei"/>
                <a:ea typeface="Microsoft YaHei"/>
              </a:defRPr>
            </a:pPr>
            <a:r>
              <a:t>选择改编方案  ·  追踪连带改动  ·  检查并修复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1206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DFE3"/>
                </a:solidFill>
                <a:latin typeface="Microsoft YaHei"/>
                <a:ea typeface="Microsoft YaHei"/>
              </a:defRPr>
            </a:pPr>
            <a:r>
              <a:t>把完整剧本，变成可审、可改、可交接的出海项目。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项目解决的问题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短剧出海，难在换了背景之后怎么办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· 短剧出海改编助手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文化理解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观众能看懂吗？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考试、家庭、身份，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换到另一种文化里，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冲突还成立吗？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前后关联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后文跟着改了吗？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前面改了一个设定，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后面的动机、证据、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结局也可能要变。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成稿审查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改完怎么核对？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名字、数字、伏笔，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分散在不同场景里。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读着顺，也可能错。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我们的目标：让文化改编有方案，让连带变化有检查。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案例起点 · 先看懂人物和换分结果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用这个案例，看 StoryBridge 怎样改编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改编任务：完整十二场短剧 → 美国背景、英语稿；保留分数反转。故事设定为虚构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865376"/>
            <a:ext cx="4828032" cy="3575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93976"/>
            <a:ext cx="437083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70048"/>
            <a:ext cx="43708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沈曼借谁的笔，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就和笔的原主人交换成绩。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986784"/>
            <a:ext cx="43708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女主重生回到考试前，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用朋友周雨的笔设局。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沈曼因此换错了人。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7024" y="1947672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人物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1947672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原本 → 出分后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51576" y="2587752"/>
            <a:ext cx="5742432" cy="768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798064"/>
            <a:ext cx="2734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林知夏 · 女主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770632"/>
            <a:ext cx="258775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669 → 669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576" y="3520440"/>
            <a:ext cx="5742432" cy="768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3730752"/>
            <a:ext cx="2734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沈曼 · 偷分者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703320"/>
            <a:ext cx="258775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487 → 330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51576" y="4453128"/>
            <a:ext cx="5742432" cy="768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4663440"/>
            <a:ext cx="2734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周雨 · 女主的朋友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636008"/>
            <a:ext cx="258775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330 → 487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要保留的反转：她想偷女主的机会，却因借错笔害了自己。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案例中的方法 1 · 结构化故事状态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Story State：系统怎样理解完整故事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真实保存结果 · 内部证据排版，非访客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04 / 13</a:t>
            </a:r>
          </a:p>
        </p:txBody>
      </p:sp>
      <p:pic>
        <p:nvPicPr>
          <p:cNvPr id="7" name="Picture 6" descr="stor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案例中的方法 2 · 文化节点与改编方案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文化节点：先明确改什么、为什么改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真实保存结果 · 内部证据排版，非访客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05 / 13</a:t>
            </a:r>
          </a:p>
        </p:txBody>
      </p:sp>
      <p:pic>
        <p:nvPicPr>
          <p:cNvPr id="7" name="Picture 6" descr="evidence_cultur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案例中的方法 3 · 依赖传播与原因路径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Dependency Graph：哪些场景必须跟着改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真实保存结果 · 内部证据排版，非访客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06 / 13</a:t>
            </a:r>
          </a:p>
        </p:txBody>
      </p:sp>
      <p:pic>
        <p:nvPicPr>
          <p:cNvPr id="7" name="Picture 6" descr="evidence_dependency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案例中的方法 4 · 全篇检查与按场修复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检查报告：问题落到场景，修复留下记录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真实保存结果 · 内部证据排版，非访客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07 / 13</a:t>
            </a:r>
          </a:p>
        </p:txBody>
      </p:sp>
      <p:pic>
        <p:nvPicPr>
          <p:cNvPr id="7" name="Picture 6" descr="evidence_verification_re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历史证据 · 为什么需要可检查流程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早期测试暴露：改不全、改错、缺少依赖追踪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核心机制未替换：后续测试反馈；数字错误：早期冻结输出；依赖追踪：流程对照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改不全 · 后续测试反馈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核心系统没改掉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要求替换换分系统，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输出仍保留旧机制。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核心要求没落实。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改错 · 早期冻结输出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人物结果写串了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沈曼换后应为 330，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庭审却写成 487。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台词顺，事实对不上。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漏依赖风险 · 流程短板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连带改动缺少追踪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一次生成就结束，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没有独立的影响清单，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漏改需要编剧自行排查。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全文写出来了，核心有没有改、后文有没有跟上，仍然要靠人追问。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项目优势 · 方案有对象，改动有路径，问题能回修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StoryBridge 把三类风险，变成可检查的交付项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· 短剧出海改编助手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09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74519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编剧关心什么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8728" y="1874519"/>
            <a:ext cx="371246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StoryBridge 提供什么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874519"/>
            <a:ext cx="33558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本案例的实际产物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96312"/>
            <a:ext cx="10799064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15768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核心改了什么？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715768"/>
            <a:ext cx="405079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文化节点＋选定改编方案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15184"/>
            <a:ext cx="3429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高考 → SAT/ACT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与大学申请体系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3447288"/>
            <a:ext cx="10799064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666744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哪些后文要跟着改？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666744"/>
            <a:ext cx="405079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依赖图＋场景清单＋原因路径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566160"/>
            <a:ext cx="3429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CM01 → 7 个场景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每场附原文依据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" y="4398264"/>
            <a:ext cx="10799064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617720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发现问题怎么继续？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4617720"/>
            <a:ext cx="405079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检查报告＋按场修复记录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517136"/>
            <a:ext cx="3429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12/12 场景、7/7 承诺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错误 0，待确认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Baseline 交出成稿；StoryBridge 还交出改编依据、影响路径和修复记录。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方法差异 · 本次对照采用同一模型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Baseline 写完就交；我们把审稿接进流程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· 短剧出海改编助手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10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773936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Baseline = 同一模型拿完整材料，一次生成全文。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523744"/>
            <a:ext cx="10744200" cy="1005840"/>
          </a:xfrm>
          <a:prstGeom prst="roundRect">
            <a:avLst>
              <a:gd name="adj" fmla="val 5000"/>
            </a:avLst>
          </a:prstGeom>
          <a:solidFill>
            <a:srgbClr val="F6E7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816352"/>
            <a:ext cx="1901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816352"/>
            <a:ext cx="810158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完整输入  →  一次写全文  →  直接交付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675887"/>
            <a:ext cx="81198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没有后续检查，写错的内容也会一起交出去。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4526280"/>
            <a:ext cx="10744200" cy="877824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782312"/>
            <a:ext cx="2075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StoryBridge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4782312"/>
            <a:ext cx="8101583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故事状态 → 依赖图 → 逐场改写 → 检查修复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“生成结束”不能当成“改编完成”。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18 秒真实产品演示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把方法做进工作台：选、查、改都能操作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操作演示 · 已省略生成等待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11 / 13</a:t>
            </a:r>
          </a:p>
        </p:txBody>
      </p:sp>
      <p:pic>
        <p:nvPicPr>
          <p:cNvPr id="7" name="StoryBridge_18秒操作演示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6656" y="1737360"/>
            <a:ext cx="8211312" cy="4618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08008" y="2039112"/>
            <a:ext cx="5303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1512" y="2039112"/>
            <a:ext cx="187451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选方案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8008" y="2660904"/>
            <a:ext cx="247802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决定怎么改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8008" y="3465576"/>
            <a:ext cx="5303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1512" y="3465576"/>
            <a:ext cx="187451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看影响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8008" y="4087368"/>
            <a:ext cx="247802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找到关联场景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4892040"/>
            <a:ext cx="5303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79456"/>
                </a:solidFill>
                <a:latin typeface="Microsoft YaHei"/>
                <a:ea typeface="Microsoft Ya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1512" y="4892040"/>
            <a:ext cx="187451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审改稿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5513831"/>
            <a:ext cx="247802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核对前后文字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项目交付价值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交给编剧的，是一套能继续工作的改编成果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· 短剧出海改编助手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可阅读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目标语言剧本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按场景组织成稿，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保留原文与改稿对照，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方便逐场审阅。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可解释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改编依据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选了哪种方案，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影响了哪些场景，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都能回头查。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901952"/>
            <a:ext cx="3447288" cy="3529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103120"/>
            <a:ext cx="30083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可继续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79192"/>
            <a:ext cx="300837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检查与修改记录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3685032"/>
            <a:ext cx="3008376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问题落到具体场景，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保留版本和修改记录，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方便继续审稿、修稿。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一次生成交出一份文本；StoryBridge 提供继续审、继续改的工作台。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5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9C39C"/>
                </a:solidFill>
                <a:latin typeface="Microsoft YaHei"/>
                <a:ea typeface="Microsoft YaHei"/>
              </a:defRPr>
            </a:pPr>
            <a:r>
              <a:t>StoryBridge   ·   主讲结束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Microsoft YaHei"/>
                <a:ea typeface="Microsoft YaHei"/>
              </a:defRPr>
            </a:pPr>
            <a:r>
              <a:t>跨文化故事改编智能体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Microsoft YaHei"/>
                <a:ea typeface="Microsoft YaHei"/>
              </a:defRPr>
            </a:pPr>
            <a: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088136"/>
            <a:ext cx="107716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E8C78F"/>
                </a:solidFill>
                <a:latin typeface="Microsoft YaHei"/>
                <a:ea typeface="Microsoft YaHei"/>
              </a:defRPr>
            </a:pPr>
            <a:r>
              <a:t>StoryBridge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95728"/>
            <a:ext cx="10771632" cy="1435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t>让改编有依据，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Microsoft YaHei"/>
                <a:ea typeface="Microsoft YaHei"/>
              </a:defRPr>
            </a:pPr>
            <a:r>
              <a:t>让剧情接得上。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25112"/>
            <a:ext cx="107716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3DFE3"/>
                </a:solidFill>
                <a:latin typeface="Microsoft YaHei"/>
                <a:ea typeface="Microsoft YaHei"/>
              </a:defRPr>
            </a:pPr>
            <a:r>
              <a:t>选方案  →  追踪影响  →  检查修复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385816"/>
            <a:ext cx="107716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E8C78F"/>
                </a:solidFill>
                <a:latin typeface="Microsoft YaHei"/>
                <a:ea typeface="Microsoft YaHei"/>
              </a:defRPr>
            </a:pPr>
            <a:r>
              <a:t>谢谢大家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引用核对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备答：两份稿的英语原句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第 10 场 · 庭审台词原文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备答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920240"/>
            <a:ext cx="521208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85416"/>
            <a:ext cx="47548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StoryBridge · 第 10 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953512"/>
            <a:ext cx="4754880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You saw 330. Your first reaction was to call Lin Zhixia — not to file a data audit with the Alliance. Why?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920240"/>
            <a:ext cx="521208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185416"/>
            <a:ext cx="47548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64B3C"/>
                </a:solidFill>
                <a:latin typeface="Microsoft YaHei"/>
                <a:ea typeface="Microsoft YaHei"/>
              </a:defRPr>
            </a:pPr>
            <a:r>
              <a:t>一次全文改编 · 第 10 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953512"/>
            <a:ext cx="4754880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When you saw your score was 487, why did you call Lydia Chen instead of filing an audit request?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核对依据：两份稿的第 6 场都写沈曼 330；第 10 场也应对应这个数字。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案例说明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备答：比较方法与审稿范围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完整记录随交付包提供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备答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" y="1865376"/>
            <a:ext cx="1078992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8483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相同输入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2084832"/>
            <a:ext cx="8266175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同一模型、完整十二场剧本、相同约束和选定改编方案。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816352"/>
            <a:ext cx="1078992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03580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不同流程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3035808"/>
            <a:ext cx="8266175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一次全文生成，与多阶段改写、检查、修复比较；预算不同。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" y="3767328"/>
            <a:ext cx="1078992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98678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关系图缺口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3986784"/>
            <a:ext cx="8266175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初始关系图未找出换分模块的后续场景；后续仍需检查。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4718304"/>
            <a:ext cx="1078992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937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结论范围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4937760"/>
            <a:ext cx="8266175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只核对这个案例；内部检查未全部通过，也没有统计胜率。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StoryBridge   ·   真实产品截图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32104"/>
            <a:ext cx="109728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2B37"/>
                </a:solidFill>
                <a:latin typeface="Microsoft YaHei"/>
                <a:ea typeface="Microsoft YaHei"/>
              </a:defRPr>
            </a:pPr>
            <a:r>
              <a:t>视频备用：这里引用的是沈曼的 330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视频播放失败时跳到本页，结束后回到第 13 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Microsoft YaHei"/>
                <a:ea typeface="Microsoft YaHei"/>
              </a:defRPr>
            </a:pPr>
            <a:r>
              <a:t>备答 3</a:t>
            </a:r>
          </a:p>
        </p:txBody>
      </p:sp>
      <p:pic>
        <p:nvPicPr>
          <p:cNvPr id="7" name="Picture 6" descr="system_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703" y="1773936"/>
            <a:ext cx="7282688" cy="4096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687568"/>
            <a:ext cx="10881360" cy="57607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824728"/>
            <a:ext cx="104790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Microsoft YaHei"/>
                <a:ea typeface="Microsoft YaHei"/>
              </a:defRPr>
            </a:pPr>
            <a:r>
              <a:t>法庭原句：You saw 330.（你看到的是 330 分。）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