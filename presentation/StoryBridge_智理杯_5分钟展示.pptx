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建议用时：32 秒</a:t>
            </a:r>
          </a:p>
          <a:p/>
          <a:p>
            <a:r>
              <a:t>大家好，我们做的是 StoryBridge，一个给短剧出海编剧用的改编助手。这次不讲抽象能力，直接看一部十二场重生短剧。任务不只是把高考换个名字，还要把背后的换分系统、日志、庭审证据和结尾一起换到新的文化背景。StoryBridge 的作用是把改法、影响范围和逐场结果摊开，让编剧能够审。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建议用时：34 秒</a:t>
            </a:r>
          </a:p>
          <a:p/>
          <a:p>
            <a:r>
              <a:t>原故事的钩子很简单。前世，沈曼借走林知夏的笔，通过易分系统把自己的四百八十七换成六百六十九。重生后，林知夏把周雨落下的笔递给她。结果林知夏仍是六百六十九，沈曼从四百八十七掉到三百三，周雨从三百三变成四百八十七。沈曼抢过手机脱口而出：你明明只有三百三。她也因此暴露了自己事先知道分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建议用时：32 秒</a:t>
            </a:r>
          </a:p>
          <a:p/>
          <a:p>
            <a:r>
              <a:t>制作方的要求是美国背景、英语成稿，而且系统也要换。StoryBridge 分别给教育机制和统分系统提出方案。我们最后采用 C 的组合：教育背景变成虚构的 APC 学术能力认证体系；易分系统变成植入教育数据联盟后台的 EduSwap 黑箱模块。借笔仍是锚点，但动作被解释成笔杆生物识别条绑定身份。前程卡、仪式和百日用笔都没有加入。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建议用时：28 秒</a:t>
            </a:r>
          </a:p>
          <a:p/>
          <a:p>
            <a:r>
              <a:t>对照要公平。Baseline 拿到完整十二场原稿、全部约束和同一个 APC、EduSwap 组合方案，使用同一个模型，一次直接写完。首份响应完整返回，就原样冻结。StoryBridge 是多阶段流程，调用预算显著更高，所以这不是等算力比赛。我们只比较这一次真实稿件怎么处理关键因果。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建议用时：36 秒</a:t>
            </a:r>
          </a:p>
          <a:p/>
          <a:p>
            <a:r>
              <a:t>看一个最关键的真实差别。StoryBridge 在第十场法庭上写：你看到三百三以后，第一反应为什么是打给林知夏？这与第六场沈曼的新分数一致。Baseline 却写成：你看到四百八十七以后为什么打给 Lydia？四百八十七其实是周雨换后的分数。两边都写完了十二场；这里只说明本次 StoryBridge 把后续证据接对了，不推导通用胜率。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建议用时：36 秒</a:t>
            </a:r>
          </a:p>
          <a:p/>
          <a:p>
            <a:r>
              <a:t>这就是 StoryBridge 的核心价值。先选 APC 和 EduSwap 两个机制，再由 dependency graph 定位第一到第六场的连带变化；之后验证环继续检查日志、法庭和清算，把第九到第十一场补齐。最终林知夏六百六十九不变，三百三与四百八十七对调，第十场法庭也准确追问三百三。不是改完一个名词就结束，而是把后续证据一起接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建议用时：34 秒</a:t>
            </a:r>
          </a:p>
          <a:p/>
          <a:p>
            <a:r>
              <a:t>改完后的故事可以这样讲。APC 认证考试前，沈曼借到的其实是周雨的笔，笔杆的生物识别条把周雨标成目标。出分后林知夏仍是六百六十九，周雨从三百三变成四百八十七，沈曼从四百八十七掉到三百三。EduSwap 的离线日志记录了 borrower、lent-from 和 wrong target。法庭用三百三追问沈曼，最后周雨恢复卷面分，而黑箱模块的来源仍然没有查清。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建议用时：36 秒</a:t>
            </a:r>
          </a:p>
          <a:p/>
          <a:p>
            <a:r>
              <a:t>下面看十八秒真实操作。请留意四步：先看 EduSwap 方案，再看影响路径，然后核对第六场的三组分数，最后检查第十场法庭是否同步成三百三。【点击视频，播放十八秒。】这里读取的是本次真实模型结果，省略了生成等待，没有改动模型文字。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建议用时：22 秒</a:t>
            </a:r>
          </a:p>
          <a:p/>
          <a:p>
            <a:r>
              <a:t>局限并不是产品没接上，而是通用大模型确实会在长文本里写错一个关键数字。这次 baseline 把沈曼的三百三写成了周雨的四百八十七；同时服务端仍有八千 token 的输出上限。StoryBridge 的价值，就是把这些风险变成可查看的路径和检查项，再让编剧做最后确认。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建议用时：10 秒</a:t>
            </a:r>
          </a:p>
          <a:p/>
          <a:p>
            <a:r>
              <a:t>这次 StoryBridge 把一次文化设定替换，接成了从借笔、出分到日志、庭审和结尾的完整因果链。对编剧来说，能看见为什么改、改动牵到哪里，并把关键数字一路核对到底，才是真正可用的创作工具。StoryBridge，让改编的每一次牵动，都有迹可循。谢谢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建议用时：0 秒</a:t>
            </a:r>
          </a:p>
          <a:p/>
          <a:p>
            <a:r>
              <a:t>隐藏备答。两段均来自首次冻结的完整英语稿。StoryBridge 的第十场与第六场一致；baseline 在第十场误用了周雨换后的四百八十七。这个判断只依赖同稿时间线，不依赖主观文风偏好。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建议用时：0 秒</a:t>
            </a:r>
          </a:p>
          <a:p/>
          <a:p>
            <a:r>
              <a:t>视频无法播放时，输入 12 回车跳到本页，说明法庭场景引用了沈曼的新分数三百三；讲完输入 10 回车回到谢谢大家。PDF 第八页是视频封面，也可单独打开 MP4。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8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.png"/><Relationship Id="rId2" Type="http://schemas.microsoft.com/office/2007/relationships/media" Target="../media/media1.mp4"/><Relationship Id="rId1" Type="http://schemas.openxmlformats.org/officeDocument/2006/relationships/video" Target="../media/media1.mp4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5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972800" cy="246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D9C39C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StoryBridge   ·   短剧出海 · 剧本本地化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10241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FC3C9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本页为目标用户与任务定义；案例与比较见后页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45952" y="6419088"/>
            <a:ext cx="7040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FC3C9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01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7955279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E8C78F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StoryBridge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938528"/>
            <a:ext cx="804672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把一次文化改编，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变成一条可检查的因果链。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3977639"/>
            <a:ext cx="804672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E8C78F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给短剧出海编剧：选改法、看牵连、逐场审稿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79408" y="1097280"/>
            <a:ext cx="2560320" cy="4736592"/>
          </a:xfrm>
          <a:prstGeom prst="roundRect">
            <a:avLst>
              <a:gd name="adj" fmla="val 5000"/>
            </a:avLst>
          </a:prstGeom>
          <a:solidFill>
            <a:srgbClr val="203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17152" y="1417320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E8C78F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真实任务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17152" y="2057400"/>
            <a:ext cx="205740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高考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7152" y="2670048"/>
            <a:ext cx="205740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AFC3C9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17152" y="3154680"/>
            <a:ext cx="2084831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易分系统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7152" y="4023360"/>
            <a:ext cx="205740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D3DFE3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一起改成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D3DFE3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美国观众能懂的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D3DFE3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教育数据黑箱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972800" cy="246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68757B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StoryBridge   ·   原故事 · 十二场重生悬疑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10241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虚构短剧《她换走了我的高考》；“易分系统”为虚构设定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45952" y="6419088"/>
            <a:ext cx="7040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02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50392"/>
            <a:ext cx="10972800" cy="8778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她把朋友的笔，递给了偷分的人。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92224"/>
            <a:ext cx="1083564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前世，沈曼借笔偷走林知夏的 669；重生后，林知夏递出了周雨的笔。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2670048"/>
            <a:ext cx="3200400" cy="21579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889504"/>
            <a:ext cx="2779776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267868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林知夏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566160"/>
            <a:ext cx="96012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669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9384" y="3767328"/>
            <a:ext cx="640079" cy="0"/>
          </a:xfrm>
          <a:prstGeom prst="line">
            <a:avLst/>
          </a:prstGeom>
          <a:ln w="25400">
            <a:solidFill>
              <a:srgbClr val="2678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660904" y="3566160"/>
            <a:ext cx="96012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67868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669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33087" y="2670048"/>
            <a:ext cx="3200400" cy="21579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5" y="2889504"/>
            <a:ext cx="2779776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C64B3C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沈曼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3566160"/>
            <a:ext cx="96012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487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367527" y="3767328"/>
            <a:ext cx="640080" cy="0"/>
          </a:xfrm>
          <a:prstGeom prst="line">
            <a:avLst/>
          </a:prstGeom>
          <a:ln w="25400">
            <a:solidFill>
              <a:srgbClr val="C64B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099048" y="3566160"/>
            <a:ext cx="96012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C64B3C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330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71231" y="2670048"/>
            <a:ext cx="3200400" cy="21579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2889504"/>
            <a:ext cx="2779776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B79456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周雨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3566160"/>
            <a:ext cx="96012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330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05672" y="3767328"/>
            <a:ext cx="640079" cy="0"/>
          </a:xfrm>
          <a:prstGeom prst="line">
            <a:avLst/>
          </a:prstGeom>
          <a:ln w="25400">
            <a:solidFill>
              <a:srgbClr val="B7945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37192" y="3566160"/>
            <a:ext cx="96012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B79456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487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5230368"/>
            <a:ext cx="4882896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C64B3C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“你明明只有 330！”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05272" y="5285232"/>
            <a:ext cx="56235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“成绩刚出，你怎么知道我原来的分数？”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591616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67868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关键：林知夏保住自己；沈曼换错对象；周雨暂时得到 487。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972800" cy="246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68757B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StoryBridge   ·   改编任务 · 教育体系＋换分系统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45952" y="6419088"/>
            <a:ext cx="7040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03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50392"/>
            <a:ext cx="10972800" cy="8778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这次要换的，不只是考试名称。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56231"/>
            <a:ext cx="3401568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2039112"/>
            <a:ext cx="299923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C64B3C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原稿机制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551176"/>
            <a:ext cx="299923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高考＋易分系统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355848"/>
            <a:ext cx="2999232" cy="1901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一次统考决定录取；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借笔识别两个人；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后台留下交换日志。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856231"/>
            <a:ext cx="3401568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2039112"/>
            <a:ext cx="299923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67868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StoryBridge · 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551176"/>
            <a:ext cx="299923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APC 学术能力认证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3355848"/>
            <a:ext cx="2999232" cy="1901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虚构教育数据联盟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汇总考试与项目记录，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生成 Academic Proficiency Index。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9872" y="1856231"/>
            <a:ext cx="3401568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039112"/>
            <a:ext cx="299923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B79456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StoryBridge · 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551176"/>
            <a:ext cx="299923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EduSwap 黑箱模块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355848"/>
            <a:ext cx="2999232" cy="1901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植入教育数据后台；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笔杆生物识别条绑定身份；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离线日志记录错误目标。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5806440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保留剧情功能：借笔触发 · 换错周雨 · 330/487 反转 · 日志取证 · 系统仍在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972800" cy="246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68757B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StoryBridge   ·   公平对照 · 同模型一次全文改编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10241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模型均为 deepseek-v4-flash；流程调用预算不同，不是等计算量实验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45952" y="6419088"/>
            <a:ext cx="7040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04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50392"/>
            <a:ext cx="10972800" cy="8778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Baseline 也拿到完整材料。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828800"/>
            <a:ext cx="10844784" cy="667512"/>
          </a:xfrm>
          <a:prstGeom prst="roundRect">
            <a:avLst>
              <a:gd name="adj" fmla="val 5000"/>
            </a:avLst>
          </a:prstGeom>
          <a:solidFill>
            <a:srgbClr val="E9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029968"/>
            <a:ext cx="1038758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67868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共同输入：完整十二场原稿＋全部约束＋同一 APC / EduSwap 组合方案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834640"/>
            <a:ext cx="521208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63240"/>
            <a:ext cx="473659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267868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StoryBridge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657600"/>
            <a:ext cx="473659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多阶段、可查看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407408"/>
            <a:ext cx="4700016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解析 → 3 个机制方案 → 批量改写 → 两轮检查修复 → 英语全文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834640"/>
            <a:ext cx="521208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3063240"/>
            <a:ext cx="473659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C64B3C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普通 AI Baseline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3657600"/>
            <a:ext cx="473659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生成即交付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4407408"/>
            <a:ext cx="4700016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一次直接改全文；没有依赖追踪、跨场校验或定点回修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870448"/>
            <a:ext cx="106070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C64B3C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长篇改编里，“写完了”远远不等于“接对了”。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972800" cy="246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68757B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StoryBridge   ·   真实改稿对照 · 法庭场景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45952" y="6419088"/>
            <a:ext cx="7040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05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50392"/>
            <a:ext cx="10972800" cy="8778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这一次，StoryBridge 把 S10 的数字接对了。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837943"/>
            <a:ext cx="5202936" cy="4041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2084831"/>
            <a:ext cx="47274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267868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StoryBridge · S10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18504" y="1837943"/>
            <a:ext cx="5202936" cy="4041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47104" y="2084831"/>
            <a:ext cx="47274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C64B3C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普通 AI 直出稿 · S10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52928"/>
            <a:ext cx="4663440" cy="15727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“You saw 330.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Your first reaction was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to call Lin Zhixia … Why?”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89204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267868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沈曼新分数是 330。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6248" y="2852928"/>
            <a:ext cx="4663440" cy="15727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“When you saw your score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was 487, why did you call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Lydia Chen …?”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4828032"/>
            <a:ext cx="4663440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C64B3C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核心证据链断裂：把周雨的 487 写给了沈曼。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972800" cy="246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68757B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StoryBridge   ·   核心亮点 · Dependency graph＋验证闭环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10241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本轮真实流程：初始传播定位前段，验证阶段继续修复 S09–S11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45952" y="6419088"/>
            <a:ext cx="7040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06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50392"/>
            <a:ext cx="10972800" cy="8778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从换设定，到法庭证据，改动接上了。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993392"/>
            <a:ext cx="3236976" cy="2907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249424"/>
            <a:ext cx="2788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52D3C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01  选定机制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98648"/>
            <a:ext cx="278892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APC＋EduSwap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694176"/>
            <a:ext cx="2788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教育体系与黑箱模块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同时替换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993392"/>
            <a:ext cx="3236976" cy="2907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7136" y="2249424"/>
            <a:ext cx="2788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B79456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02  图谱传播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7136" y="2898648"/>
            <a:ext cx="278892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S01 → S06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7136" y="3694176"/>
            <a:ext cx="2788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借笔、出分、重生、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换错对象与数字反转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0416" y="1993392"/>
            <a:ext cx="3236976" cy="2907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19872" y="2249424"/>
            <a:ext cx="2788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67868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03  验证闭环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2898648"/>
            <a:ext cx="278892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S09 → S11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9872" y="3694176"/>
            <a:ext cx="2788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日志、法庭 330、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清算与恢复卷面分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931920" y="3456432"/>
            <a:ext cx="310896" cy="0"/>
          </a:xfrm>
          <a:prstGeom prst="line">
            <a:avLst/>
          </a:prstGeom>
          <a:ln w="25400">
            <a:solidFill>
              <a:srgbClr val="B7945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534656" y="3456432"/>
            <a:ext cx="310896" cy="0"/>
          </a:xfrm>
          <a:prstGeom prst="line">
            <a:avLst/>
          </a:prstGeom>
          <a:ln w="25400">
            <a:solidFill>
              <a:srgbClr val="2678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13232" y="5330952"/>
            <a:ext cx="10762488" cy="621792"/>
          </a:xfrm>
          <a:prstGeom prst="roundRect">
            <a:avLst>
              <a:gd name="adj" fmla="val 5000"/>
            </a:avLst>
          </a:prstGeom>
          <a:solidFill>
            <a:srgbClr val="E7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513832"/>
            <a:ext cx="10332720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67868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最终检查：669 不变  ·  330 / 487 对调  ·  S10 追问 330  ·  EduSwap 贯穿结尾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972800" cy="246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68757B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StoryBridge   ·   完整故事 · APC＋EduSwap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45952" y="6419088"/>
            <a:ext cx="7040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07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50392"/>
            <a:ext cx="10972800" cy="8778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改完之后，系统真的换了。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47088"/>
            <a:ext cx="3419856" cy="36210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2029968"/>
            <a:ext cx="30175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67868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S01–S05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542032"/>
            <a:ext cx="301752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借笔绑定错误身份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346704"/>
            <a:ext cx="3017520" cy="1956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APC 认证考试前，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沈曼借到周雨的笔。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笔杆生物识别条把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周雨标成了目标。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847088"/>
            <a:ext cx="3419856" cy="36210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2029968"/>
            <a:ext cx="30175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C64B3C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S06–S07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542032"/>
            <a:ext cx="301752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330 与 487 对调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3346704"/>
            <a:ext cx="3017520" cy="1956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林知夏仍是 669；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周雨从 330 变 487；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沈曼从 487 变 330，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并当场说漏嘴。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9872" y="1847088"/>
            <a:ext cx="3419856" cy="36210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029968"/>
            <a:ext cx="30175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67868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S08–S12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542032"/>
            <a:ext cx="301752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EduSwap 留下日志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346704"/>
            <a:ext cx="3017520" cy="1956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Old Song 保存离线日志；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法庭追问 330；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周雨恢复卷面分，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黑箱模块来源仍不明。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833872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换掉的是文化与技术外壳；留下的是“偷别人命运，反而暴露自己”的反转。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972800" cy="246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68757B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StoryBridge   ·   18 秒真实产品操作 · 选系统 → 看影响 → 审数字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45952" y="6419088"/>
            <a:ext cx="7040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08 / 10</a:t>
            </a:r>
          </a:p>
        </p:txBody>
      </p:sp>
      <p:pic>
        <p:nvPicPr>
          <p:cNvPr id="6" name="StoryBridge_18秒操作演示.mp4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996696" y="612648"/>
            <a:ext cx="10195560" cy="573500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972800" cy="246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68757B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StoryBridge   ·   真实局限 · 也是 StoryBridge 的机会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45952" y="6419088"/>
            <a:ext cx="7040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09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50392"/>
            <a:ext cx="10972800" cy="8778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AI 会写错一个数字；产品价值就在这里。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874519"/>
            <a:ext cx="3246120" cy="3401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57400"/>
            <a:ext cx="28437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C64B3C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普通 AI 直出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569463"/>
            <a:ext cx="2843784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场次齐，不代表剧情对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374135"/>
            <a:ext cx="2843784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十二场看似完整，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核心庭审证据却断了：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330 写成 487。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1416" y="1874519"/>
            <a:ext cx="3246120" cy="3401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2583" y="2057400"/>
            <a:ext cx="28437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B79456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长文本模型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2583" y="2569463"/>
            <a:ext cx="2843784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上下文有硬上限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2583" y="3374135"/>
            <a:ext cx="2843784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请求设为 16384，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服务端仍在 8192 截断；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需要按场景分块。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47888" y="1874519"/>
            <a:ext cx="3246120" cy="3401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49056" y="2057400"/>
            <a:ext cx="28437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67868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StoryBridge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9056" y="2569463"/>
            <a:ext cx="2843784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把风险变成检查项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6" y="3374135"/>
            <a:ext cx="2843784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图谱定位牵连，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验证继续追后文，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编剧最后确认。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5751576"/>
            <a:ext cx="1066190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267868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我们不卖“一键完美”；我们让长篇改编里的漏改，变得看得见、追得上、改得回。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5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972800" cy="246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D9C39C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StoryBridge   ·   主讲结束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10241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FC3C9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后续为 2 页隐藏备答 · 欢迎交流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45952" y="6419088"/>
            <a:ext cx="7040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FC3C9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43584"/>
            <a:ext cx="109087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E8C78F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StoryBridge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9087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6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谢谢大家</a:t>
            </a:r>
          </a:p>
        </p:txBody>
      </p:sp>
      <p:sp>
        <p:nvSpPr>
          <p:cNvPr id="8" name="Rectangle 7"/>
          <p:cNvSpPr/>
          <p:nvPr/>
        </p:nvSpPr>
        <p:spPr>
          <a:xfrm>
            <a:off x="5696712" y="3840480"/>
            <a:ext cx="804672" cy="41148"/>
          </a:xfrm>
          <a:prstGeom prst="rect">
            <a:avLst/>
          </a:prstGeom>
          <a:solidFill>
            <a:srgbClr val="B79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315968"/>
            <a:ext cx="10908792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E8C78F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让改编的每一次牵动，都有迹可循。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10908792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D3DFE3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“你明明只有 330。”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972800" cy="246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68757B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StoryBridge   ·   完整对照摘录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10241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模型原文逐字摘录；StoryBridge：option_d_target.json；baseline：baseline_first_response.md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45952" y="6419088"/>
            <a:ext cx="7040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备答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50392"/>
            <a:ext cx="10972800" cy="8778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备答：第十场英语原句与完整判断。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847088"/>
            <a:ext cx="5212080" cy="3520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09360" y="1847088"/>
            <a:ext cx="5212080" cy="3520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084831"/>
            <a:ext cx="47365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267868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StoryBridge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816352"/>
            <a:ext cx="4727448" cy="16642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“You saw 330. Your first reaction was to call Lin Zhixia — not to file a data audit with the Alliance. Why?”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773168"/>
            <a:ext cx="47091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67868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S06：沈曼页面为 330。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084831"/>
            <a:ext cx="47365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C64B3C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完整输入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816352"/>
            <a:ext cx="4727448" cy="16642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“When you saw your score was 487, why did you call Lydia Chen instead of filing an audit request?”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4773168"/>
            <a:ext cx="47091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C64B3C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S06：487 属于周雨。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678424"/>
            <a:ext cx="10680192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编辑判断：法庭问题应引用沈曼自己看到的 330。Baseline 改了人物英文名，不影响该数字错误的判定。</a:t>
            </a:r>
          </a:p>
        </p:txBody>
      </p:sp>
    </p:spTree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972800" cy="246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68757B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StoryBridge   ·   静态备用页 · 真实产品截图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10241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视频播放失败时跳到本页；截图来自实际 StoryBridge 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45952" y="6419088"/>
            <a:ext cx="7040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8757B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备答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50392"/>
            <a:ext cx="10972800" cy="8778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82B37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视频备用：法庭场景已经同步为 330。</a:t>
            </a:r>
          </a:p>
        </p:txBody>
      </p:sp>
      <p:pic>
        <p:nvPicPr>
          <p:cNvPr id="7" name="Picture 6" descr="system_s10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0" y="1746504"/>
            <a:ext cx="7607808" cy="42793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9808" y="6080760"/>
            <a:ext cx="1068019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67868"/>
                </a:solidFill>
                <a:latin typeface="微软雅黑" panose="020B0503020204020204" charset="-122"/>
                <a:ea typeface="微软雅黑" panose="020B0503020204020204" charset="-122"/>
              </a:defRPr>
            </a:pPr>
            <a:r>
              <a:t>The Trial：You saw 330.  ·  S06：Shen Man posts 330.</a:t>
            </a:r>
          </a:p>
        </p:txBody>
      </p:sp>
    </p:spTree>
  </p:cSld>
  <p:clrMapOvr>
    <a:masterClrMapping/>
  </p:clrMapOvr>
  <p:transition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2597</Words>
  <Application>WPS 演示</Application>
  <PresentationFormat>On-screen Show (4:3)</PresentationFormat>
  <Paragraphs>285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0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WPS_1648025536</cp:lastModifiedBy>
  <cp:revision>2</cp:revision>
  <dcterms:created xsi:type="dcterms:W3CDTF">2013-01-27T09:14:00Z</dcterms:created>
  <dcterms:modified xsi:type="dcterms:W3CDTF">2026-09-16T19:14:53Z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A6975DE2201440FF9943524480DD70C2_12</vt:lpwstr>
  </property>
  <property fmtid="{D5CDD505-2E9C-101B-9397-08002B2CF9AE}" pid="3" name="KSOProductBuildVer">
    <vt:lpwstr>2052-12.1.0.28505</vt:lpwstr>
  </property>
</Properties>
</file>